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e2206cee4431b" /><Relationship Type="http://schemas.openxmlformats.org/officeDocument/2006/relationships/extended-properties" Target="/docProps/app.xml" Id="R27cfd94768444793" /><Relationship Type="http://schemas.openxmlformats.org/officeDocument/2006/relationships/officeDocument" Target="/ppt/presentation.xml" Id="Rbbd34d276129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f4b1e8ffa4e93"/>
  </p:sldMasterIdLst>
  <p:notesMasterIdLst>
    <p:notesMasterId xmlns:r="http://schemas.openxmlformats.org/officeDocument/2006/relationships" r:id="R368760c700184269"/>
  </p:notesMasterIdLst>
  <p:sldIdLst>
    <p:sldId xmlns:r="http://schemas.openxmlformats.org/officeDocument/2006/relationships" id="256" r:id="Rafacac657f2c4e22"/>
    <p:sldId xmlns:r="http://schemas.openxmlformats.org/officeDocument/2006/relationships" id="257" r:id="R3f7cc179160b4aa4"/>
    <p:sldId xmlns:r="http://schemas.openxmlformats.org/officeDocument/2006/relationships" id="258" r:id="Rf1b14a1af7a84779"/>
    <p:sldId xmlns:r="http://schemas.openxmlformats.org/officeDocument/2006/relationships" id="259" r:id="Rbf53682fba3f407c"/>
    <p:sldId xmlns:r="http://schemas.openxmlformats.org/officeDocument/2006/relationships" id="260" r:id="Rb67c062a564b41f7"/>
    <p:sldId xmlns:r="http://schemas.openxmlformats.org/officeDocument/2006/relationships" id="261" r:id="R26bd455e2f3b4c6c"/>
    <p:sldId xmlns:r="http://schemas.openxmlformats.org/officeDocument/2006/relationships" id="262" r:id="Raec588325a9e4503"/>
    <p:sldId xmlns:r="http://schemas.openxmlformats.org/officeDocument/2006/relationships" id="263" r:id="Reed1a1a27d8c46e6"/>
    <p:sldId xmlns:r="http://schemas.openxmlformats.org/officeDocument/2006/relationships" id="264" r:id="Rbda97df01e2a4411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b1bc935db24f7d" /><Relationship Type="http://schemas.openxmlformats.org/officeDocument/2006/relationships/slideMaster" Target="/ppt/slideMasters/slideMaster1.xml" Id="R869f4b1e8ffa4e93" /><Relationship Type="http://schemas.openxmlformats.org/officeDocument/2006/relationships/notesMaster" Target="/ppt/notesMasters/notesMaster1.xml" Id="R368760c700184269" /><Relationship Type="http://schemas.openxmlformats.org/officeDocument/2006/relationships/presProps" Target="/ppt/presProps.xml" Id="Re8ef9f6aa3824adb" /><Relationship Type="http://schemas.openxmlformats.org/officeDocument/2006/relationships/tableStyles" Target="/ppt/tableStyles.xml" Id="R6b61b220464441fd" /><Relationship Type="http://schemas.openxmlformats.org/officeDocument/2006/relationships/slide" Target="/ppt/slides/slide1.xml" Id="Rafacac657f2c4e22" /><Relationship Type="http://schemas.openxmlformats.org/officeDocument/2006/relationships/slide" Target="/ppt/slides/slide2.xml" Id="R3f7cc179160b4aa4" /><Relationship Type="http://schemas.openxmlformats.org/officeDocument/2006/relationships/slide" Target="/ppt/slides/slide3.xml" Id="Rf1b14a1af7a84779" /><Relationship Type="http://schemas.openxmlformats.org/officeDocument/2006/relationships/slide" Target="/ppt/slides/slide4.xml" Id="Rbf53682fba3f407c" /><Relationship Type="http://schemas.openxmlformats.org/officeDocument/2006/relationships/slide" Target="/ppt/slides/slide5.xml" Id="Rb67c062a564b41f7" /><Relationship Type="http://schemas.openxmlformats.org/officeDocument/2006/relationships/slide" Target="/ppt/slides/slide6.xml" Id="R26bd455e2f3b4c6c" /><Relationship Type="http://schemas.openxmlformats.org/officeDocument/2006/relationships/slide" Target="/ppt/slides/slide7.xml" Id="Raec588325a9e4503" /><Relationship Type="http://schemas.openxmlformats.org/officeDocument/2006/relationships/slide" Target="/ppt/slides/slide8.xml" Id="Reed1a1a27d8c46e6" /><Relationship Type="http://schemas.openxmlformats.org/officeDocument/2006/relationships/slide" Target="/ppt/slides/slide9.xml" Id="Rbda97df01e2a44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46a778f00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4a8c0a7414532" /><Relationship Type="http://schemas.openxmlformats.org/officeDocument/2006/relationships/notesMaster" Target="/ppt/notesMasters/notesMaster1.xml" Id="Re4204b18f3dd4e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3efad75df34091" /><Relationship Type="http://schemas.openxmlformats.org/officeDocument/2006/relationships/notesMaster" Target="/ppt/notesMasters/notesMaster1.xml" Id="Rf6f4e6cbd0ce4a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92c7452c554558" /><Relationship Type="http://schemas.openxmlformats.org/officeDocument/2006/relationships/notesMaster" Target="/ppt/notesMasters/notesMaster1.xml" Id="R24ca2774e87048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ef94c5d95429b" /><Relationship Type="http://schemas.openxmlformats.org/officeDocument/2006/relationships/notesMaster" Target="/ppt/notesMasters/notesMaster1.xml" Id="R82c46ebb3ed240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21ea186c4d413c" /><Relationship Type="http://schemas.openxmlformats.org/officeDocument/2006/relationships/notesMaster" Target="/ppt/notesMasters/notesMaster1.xml" Id="R44bc0f40db1549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38364c70ee43f2" /><Relationship Type="http://schemas.openxmlformats.org/officeDocument/2006/relationships/notesMaster" Target="/ppt/notesMasters/notesMaster1.xml" Id="R32bb67d8a7dd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64a5f4c0f741fa" /><Relationship Type="http://schemas.openxmlformats.org/officeDocument/2006/relationships/notesMaster" Target="/ppt/notesMasters/notesMaster1.xml" Id="R308c946150614a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6ba55e5e3943c3" /><Relationship Type="http://schemas.openxmlformats.org/officeDocument/2006/relationships/notesMaster" Target="/ppt/notesMasters/notesMaster1.xml" Id="Ra3926acc04464c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05dbba976747f9" /><Relationship Type="http://schemas.openxmlformats.org/officeDocument/2006/relationships/notesMaster" Target="/ppt/notesMasters/notesMaster1.xml" Id="Re3413ec2ef4841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211531c7449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ff6a736fc41aa" /><Relationship Type="http://schemas.openxmlformats.org/officeDocument/2006/relationships/slideLayout" Target="/ppt/slideLayouts/slideLayout1.xml" Id="R9f48216701e7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8216701e7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8abe663364804" /><Relationship Type="http://schemas.openxmlformats.org/officeDocument/2006/relationships/notesSlide" Target="/ppt/notesSlides/notesSlide1.xml" Id="R2ec16758630b4b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23656497e4181" /><Relationship Type="http://schemas.openxmlformats.org/officeDocument/2006/relationships/notesSlide" Target="/ppt/notesSlides/notesSlide2.xml" Id="Rd5e2c13b3ec8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d6cb74c894205" /><Relationship Type="http://schemas.openxmlformats.org/officeDocument/2006/relationships/notesSlide" Target="/ppt/notesSlides/notesSlide3.xml" Id="R172f46572905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d8552a8334246" /><Relationship Type="http://schemas.openxmlformats.org/officeDocument/2006/relationships/notesSlide" Target="/ppt/notesSlides/notesSlide4.xml" Id="R0f387612347b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a685558fb422d" /><Relationship Type="http://schemas.openxmlformats.org/officeDocument/2006/relationships/notesSlide" Target="/ppt/notesSlides/notesSlide5.xml" Id="R815c5d2eb6964f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d4d0af5df46bb" /><Relationship Type="http://schemas.openxmlformats.org/officeDocument/2006/relationships/notesSlide" Target="/ppt/notesSlides/notesSlide6.xml" Id="R18664d910d704a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e69d6836943e7" /><Relationship Type="http://schemas.openxmlformats.org/officeDocument/2006/relationships/notesSlide" Target="/ppt/notesSlides/notesSlide7.xml" Id="R380365247ef041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2adea70b64f1b" /><Relationship Type="http://schemas.openxmlformats.org/officeDocument/2006/relationships/notesSlide" Target="/ppt/notesSlides/notesSlide8.xml" Id="R712c8c0861974d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74325f6074772" /><Relationship Type="http://schemas.openxmlformats.org/officeDocument/2006/relationships/notesSlide" Target="/ppt/notesSlides/notesSlide9.xml" Id="R04095d04cc19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8F31D-51C6-4F2E-B889-00A2D234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10A59-669D-4F5D-835F-9862326D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1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DA183-62F6-434B-8D53-E6773142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E53AB-22A0-4A5F-B65B-38997E07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259E8-E9A0-43A4-BFAC-E1D6B18B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00"/>
          </a:solidFill>
          <a:ln xmlns:a="http://schemas.openxmlformats.org/drawingml/2006/main" w="9525">
            <a:solidFill>
              <a:srgbClr val="DF91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33F8A-5111-42D6-B442-703D4061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7953375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We stellen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de verkeerde vraag.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7F786-7FBA-419D-8F94-546EB814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Over AI-modelselectie in publieke organisaties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9FF3F-50CA-48C6-8285-B62BC241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F9100"/>
                </a:solidFill>
              </a:defRPr>
            </a:pPr>
            <a:r>
              <a:rPr sz="1500" b="1">
                <a:solidFill>
                  <a:srgbClr val="DF9100"/>
                </a:solidFill>
              </a:rPr>
              <a:t>Eerst vermogen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AF65E-37A9-4E62-90C4-4715F4B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8572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54E8"/>
                </a:solidFill>
              </a:defRPr>
            </a:pPr>
            <a:r>
              <a:rPr sz="1500" b="1">
                <a:solidFill>
                  <a:srgbClr val="1454E8"/>
                </a:solidFill>
              </a:rPr>
              <a:t>→ 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71E19-FE9A-472D-9510-5472911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8572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83D"/>
                </a:solidFill>
              </a:defRPr>
            </a:pPr>
            <a:r>
              <a:rPr sz="1500" b="1">
                <a:solidFill>
                  <a:srgbClr val="07183D"/>
                </a:solidFill>
              </a:rPr>
              <a:t>→  model</a:t>
            </a:r>
          </a:p>
        </p:txBody>
      </p:sp>
    </p:spTree>
    <p:extLst>
      <p:ext uri="{BB962C8B-B14F-4D97-AF65-F5344CB8AC3E}">
        <p14:creationId xmlns:p14="http://schemas.microsoft.com/office/powerpoint/2010/main" val="1225270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565E0-78D2-4F3A-AD35-9F77886E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232C8-6613-47B1-8F1A-E4D4D9A1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2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9B36D-EE5F-4715-BEE1-C3D8046A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FDAFE-D1A7-4A5B-9A45-4A17233E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990E8-E5B1-4084-A663-E9C144CF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4E8"/>
          </a:solidFill>
          <a:ln xmlns:a="http://schemas.openxmlformats.org/drawingml/2006/main" w="9525">
            <a:solidFill>
              <a:srgbClr val="145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3C91F-6BFF-47C2-99FA-BBABB819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7953375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“Welk AI-model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moeten we gebruiken?”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32223-EA6C-4845-B2E8-3212E140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Die vraag klinkt praktisch.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Maar hij komt te vroeg.</a:t>
            </a:r>
          </a:p>
        </p:txBody>
      </p:sp>
    </p:spTree>
    <p:extLst>
      <p:ext uri="{BB962C8B-B14F-4D97-AF65-F5344CB8AC3E}">
        <p14:creationId xmlns:p14="http://schemas.microsoft.com/office/powerpoint/2010/main" val="1683055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56A24-B279-4B97-971B-1B91D893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31F0A-F09D-457A-9893-A88216D9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3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DCCC1-9699-47BD-829C-011EEDE2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47034-A90E-4347-97F6-1E4FE35E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21EED-AC84-47B5-B3DA-9035DC50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00"/>
          </a:solidFill>
          <a:ln xmlns:a="http://schemas.openxmlformats.org/drawingml/2006/main" w="9525">
            <a:solidFill>
              <a:srgbClr val="DF91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F384-BBC7-423B-95B9-52AD73CE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7953375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Een modelkeuze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is óók een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governancekeuze.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049B5-D723-43E6-A3B2-8B869EDA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Waar gaan gegevens heen?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Wie wordt afhankelijk van wie?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Wat blijft corrigeerbaar?</a:t>
            </a:r>
          </a:p>
        </p:txBody>
      </p:sp>
    </p:spTree>
    <p:extLst>
      <p:ext uri="{BB962C8B-B14F-4D97-AF65-F5344CB8AC3E}">
        <p14:creationId xmlns:p14="http://schemas.microsoft.com/office/powerpoint/2010/main" val="661893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2246D-AC0B-4155-8918-FCABF2F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E1A03-4786-4750-ADE5-594A193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4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8B5F5-BE0F-4283-8085-7B1DD0B6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1616A-B418-4D4C-AF9A-0C02FD02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3F06F-F553-4BF1-A97C-26FF4FF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4E8"/>
          </a:solidFill>
          <a:ln xmlns:a="http://schemas.openxmlformats.org/drawingml/2006/main" w="9525">
            <a:solidFill>
              <a:srgbClr val="145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852E3-42D1-4646-9DEB-2709CF30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58102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1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Eerst het vermogen.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3852-0BB2-4688-B3F6-09D82B05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Wat moet er gebeuren?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Samenvatten, analyseren, zoeken,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feedback geven of automatiseren?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B5A88-06C5-4E1C-BE0D-56A55E8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38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D19F4-CF66-441E-886F-46E7D42A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38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4E8"/>
          </a:solidFill>
          <a:ln xmlns:a="http://schemas.openxmlformats.org/drawingml/2006/main" w="38100">
            <a:solidFill>
              <a:srgbClr val="145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4F19D-FC8B-4C22-99D7-CC48DE8F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242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FBE94-DEE5-45DA-9EB1-F8A47E8A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91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D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2F2F0-8C1B-4F89-8512-938D98AA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276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5A73"/>
                </a:solidFill>
              </a:defRPr>
            </a:pPr>
            <a:r>
              <a:rPr sz="1650" b="1">
                <a:solidFill>
                  <a:srgbClr val="4D5A7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80F77-813A-408C-97D3-B57990BA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43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3B538-FDC3-48E3-A02E-9A8DDDB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72294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5A73"/>
                </a:solidFill>
              </a:defRPr>
            </a:pPr>
            <a:r>
              <a:rPr sz="1650" b="1">
                <a:solidFill>
                  <a:srgbClr val="4D5A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5666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6EA1A-0AF1-45F3-9497-82434197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6F4FB-7C5B-4E8E-BC32-C370527A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5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AF432-45F2-417B-90E4-FDDFA4E6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02DF1-4883-49F1-B57D-8033A157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61796-BCF3-4066-87A0-39B3DE4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00"/>
          </a:solidFill>
          <a:ln xmlns:a="http://schemas.openxmlformats.org/drawingml/2006/main" w="9525">
            <a:solidFill>
              <a:srgbClr val="DF91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9CE5A-5DE1-4AF7-A233-20A7FA6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58102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2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Dan de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523DA-9528-4591-936F-9EE48AE3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Welke gegevens, belangen,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risico’s en publieke waarden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begrenzen de keuze?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2D48A-EC8B-45B1-A6B7-A3290E32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38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4CC16-4EFF-4871-B701-FB8A0DC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38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DF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1804F-30AA-4495-B2BB-82FDC1C4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242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5A73"/>
                </a:solidFill>
              </a:defRPr>
            </a:pPr>
            <a:r>
              <a:rPr sz="1650" b="1">
                <a:solidFill>
                  <a:srgbClr val="4D5A73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FF7FC-3EB0-40E9-BD5F-BB21436C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91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4E8"/>
          </a:solidFill>
          <a:ln xmlns:a="http://schemas.openxmlformats.org/drawingml/2006/main" w="38100">
            <a:solidFill>
              <a:srgbClr val="145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593F1-AFD7-492C-9AFE-267EE80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276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4BDE9-8F26-4F87-ADCD-C6000F5F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43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81516-F7A8-433D-A057-7D9E4C40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72294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5A73"/>
                </a:solidFill>
              </a:defRPr>
            </a:pPr>
            <a:r>
              <a:rPr sz="1650" b="1">
                <a:solidFill>
                  <a:srgbClr val="4D5A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2922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97C01-DD9C-4F96-8E56-7F0B104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896D-7211-405F-8738-73FCB3AB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6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C37C4-3E8C-4C65-A68C-EA81BBAE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063B4-D1C8-45B9-8496-A6957B4D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63309-3058-4A75-AF0C-0402DF15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00"/>
          </a:solidFill>
          <a:ln xmlns:a="http://schemas.openxmlformats.org/drawingml/2006/main" w="9525">
            <a:solidFill>
              <a:srgbClr val="DF91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F5664-BF85-475C-86CB-8BD63D11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7953375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Governance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vóór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25BC6-6FCE-442D-9A46-64B8C20D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Privacy, herleidbaarheid en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menselijk toezicht filteren eerst.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Alleen passende opties worden gerangschikt.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18137-0BC5-41CF-8CD7-9958E595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91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53739-80B4-486A-A138-BDA67CFC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05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F9100"/>
                </a:solidFill>
              </a:defRPr>
            </a:pPr>
            <a:r>
              <a:rPr sz="1350" b="1">
                <a:solidFill>
                  <a:srgbClr val="DF9100"/>
                </a:solidFill>
              </a:rPr>
              <a:t>Harde voorwaarden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6E9EA-04F5-4B28-96BE-008F6981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92480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D5A73"/>
                </a:solidFill>
              </a:defRPr>
            </a:pPr>
            <a:r>
              <a:rPr sz="2250" b="0">
                <a:solidFill>
                  <a:srgbClr val="4D5A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82C0-72EE-4A0B-848B-70741057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620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5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6E099-9925-40D0-8E24-D91D9DA8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905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54E8"/>
                </a:solidFill>
              </a:defRPr>
            </a:pPr>
            <a:r>
              <a:rPr sz="1350" b="1">
                <a:solidFill>
                  <a:srgbClr val="1454E8"/>
                </a:solidFill>
              </a:rPr>
              <a:t>Passende opties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7CEDB-EC19-4FF5-B174-6BFAA8D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92480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D5A73"/>
                </a:solidFill>
              </a:defRPr>
            </a:pPr>
            <a:r>
              <a:rPr sz="2250" b="0">
                <a:solidFill>
                  <a:srgbClr val="4D5A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C28E9-9D8E-448D-8154-1E44740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620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8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F2483-6EBF-4ABE-B7FD-737BAFE0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905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83D"/>
                </a:solidFill>
              </a:defRPr>
            </a:pPr>
            <a:r>
              <a:rPr sz="1350" b="1">
                <a:solidFill>
                  <a:srgbClr val="07183D"/>
                </a:solidFill>
              </a:rPr>
              <a:t>Onderbouwde keuze</a:t>
            </a:r>
          </a:p>
        </p:txBody>
      </p:sp>
    </p:spTree>
    <p:extLst>
      <p:ext uri="{BB962C8B-B14F-4D97-AF65-F5344CB8AC3E}">
        <p14:creationId xmlns:p14="http://schemas.microsoft.com/office/powerpoint/2010/main" val="2098371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0710BB-3DCD-4AAC-807D-847054B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E2A1A-60E5-462B-B249-5AD23C72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7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601E2-A06F-4A48-86AA-7873B3B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9F6EF-EBDC-460A-8462-8F1E425C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F1ECB-2528-4E0C-8314-D2506D85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4E8"/>
          </a:solidFill>
          <a:ln xmlns:a="http://schemas.openxmlformats.org/drawingml/2006/main" w="9525">
            <a:solidFill>
              <a:srgbClr val="145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F02A7-934B-457C-909C-3A988E2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58102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3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Pas daarna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het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0AFB1-1DBB-4702-B858-7A939B04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Welke toegelaten optie past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binnen de bestuurlijke ruimte?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1ACCB-62B1-4BDA-94F1-F50D6C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38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54452-19CF-4152-9831-23FBBB41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38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DF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1EA34-C481-4BBD-9086-7DA5C79F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242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5A73"/>
                </a:solidFill>
              </a:defRPr>
            </a:pPr>
            <a:r>
              <a:rPr sz="1650" b="1">
                <a:solidFill>
                  <a:srgbClr val="4D5A73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7DB70-F829-4E86-B913-2E94EB2B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91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D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078CC-1900-42C7-960A-3613E4E6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276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5A73"/>
                </a:solidFill>
              </a:defRPr>
            </a:pPr>
            <a:r>
              <a:rPr sz="1650" b="1">
                <a:solidFill>
                  <a:srgbClr val="4D5A7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23B46-A744-4BE4-AFEA-149BA66B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43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4E8"/>
          </a:solidFill>
          <a:ln xmlns:a="http://schemas.openxmlformats.org/drawingml/2006/main" w="38100">
            <a:solidFill>
              <a:srgbClr val="145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A542E-5865-4E61-BEEF-96CA87E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72294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2894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F3E22-C28D-46FB-B579-8BC4690A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B4A39-46B2-4788-9EC0-4B35284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8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59A6B-A38D-406D-8DC6-EC4DA19C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CA899-1052-4D30-B62F-1B3E0F8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B8232-A6F5-4C4B-A003-EB034C39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00"/>
          </a:solidFill>
          <a:ln xmlns:a="http://schemas.openxmlformats.org/drawingml/2006/main" w="9525">
            <a:solidFill>
              <a:srgbClr val="DF91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56E6E-5C9E-4EDF-8A4B-832ED782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7953375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183D"/>
                </a:solidFill>
              </a:defRPr>
            </a:pPr>
            <a:r>
              <a:rPr sz="3600" b="1">
                <a:solidFill>
                  <a:srgbClr val="07183D"/>
                </a:solidFill>
              </a:rPr>
              <a:t>Een sterk model</a:t>
            </a:r>
          </a:p>
          <a:p xmlns:a="http://schemas.openxmlformats.org/drawingml/2006/main">
            <a:pPr>
              <a:defRPr sz="3600" b="1">
                <a:solidFill>
                  <a:srgbClr val="07183D"/>
                </a:solidFill>
              </a:defRPr>
            </a:pPr>
            <a:r>
              <a:rPr sz="3600" b="1">
                <a:solidFill>
                  <a:srgbClr val="07183D"/>
                </a:solidFill>
              </a:rPr>
              <a:t>is niet automatisch</a:t>
            </a:r>
          </a:p>
          <a:p xmlns:a="http://schemas.openxmlformats.org/drawingml/2006/main">
            <a:pPr>
              <a:defRPr sz="3600" b="1">
                <a:solidFill>
                  <a:srgbClr val="07183D"/>
                </a:solidFill>
              </a:defRPr>
            </a:pPr>
            <a:r>
              <a:rPr sz="3600" b="1">
                <a:solidFill>
                  <a:srgbClr val="07183D"/>
                </a:solidFill>
              </a:rPr>
              <a:t>een passend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3467C-9847-4DAE-9D46-E4B519D4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Bij besluiten over personen</a:t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adviseert AI. De mens beslist.</a:t>
            </a:r>
          </a:p>
        </p:txBody>
      </p:sp>
    </p:spTree>
    <p:extLst>
      <p:ext uri="{BB962C8B-B14F-4D97-AF65-F5344CB8AC3E}">
        <p14:creationId xmlns:p14="http://schemas.microsoft.com/office/powerpoint/2010/main" val="185988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E4501D-4BF3-40D4-BF03-AD9866DB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83D"/>
                </a:solidFill>
              </a:defRPr>
            </a:pPr>
            <a:r>
              <a:rPr sz="2250" b="1">
                <a:solidFill>
                  <a:srgbClr val="07183D"/>
                </a:solidFill>
              </a:rPr>
              <a:t>kies·ai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0950C-E804-48C4-85FA-CB64B6BD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9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60263-73F2-4E8A-B4D9-5451610C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B"/>
          </a:solidFill>
          <a:ln xmlns:a="http://schemas.openxmlformats.org/drawingml/2006/main" w="9525">
            <a:solidFill>
              <a:srgbClr val="D9D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2B544-AD14-4660-9F0A-0DD3E427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D5A73"/>
                </a:solidFill>
              </a:defRPr>
            </a:pPr>
            <a:r>
              <a:rPr sz="1200" b="0">
                <a:solidFill>
                  <a:srgbClr val="4D5A73"/>
                </a:solidFill>
              </a:rPr>
              <a:t>Eerst vermogen. Dan context. Pas daarna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2D134-6376-4FE5-9795-8BEB700D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4E8"/>
          </a:solidFill>
          <a:ln xmlns:a="http://schemas.openxmlformats.org/drawingml/2006/main" w="9525">
            <a:solidFill>
              <a:srgbClr val="145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18408-10F5-4F58-963D-72FC6F2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7953375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Maak de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bestuurlijke keuze</a:t>
            </a:r>
          </a:p>
          <a:p xmlns:a="http://schemas.openxmlformats.org/drawingml/2006/main">
            <a:pPr>
              <a:defRPr sz="4350" b="1">
                <a:solidFill>
                  <a:srgbClr val="07183D"/>
                </a:solidFill>
              </a:defRPr>
            </a:pPr>
            <a:r>
              <a:rPr sz="4350" b="1">
                <a:solidFill>
                  <a:srgbClr val="07183D"/>
                </a:solidFill>
              </a:rPr>
              <a:t>zichtbaar.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0B338-5519-438B-A191-C2E1D6A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43750"/>
            <a:ext cx="733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Probeer kies·ai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5A73"/>
                </a:solidFill>
              </a:defRPr>
            </a:pPr>
            <a:r>
              <a:rPr sz="1875" b="0">
                <a:solidFill>
                  <a:srgbClr val="4D5A73"/>
                </a:solidFill>
              </a:rPr>
              <a:t>ecmw.github.io/kies-ai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0C389-5E8C-4AE2-B242-DE1A68F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143750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7183D"/>
          </a:solidFill>
          <a:ln xmlns:a="http://schemas.openxmlformats.org/drawingml/2006/main" w="9525">
            <a:solidFill>
              <a:srgbClr val="0718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EF7D5-3457-4754-87FB-4977AAF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667625"/>
            <a:ext cx="161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Open source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concept-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demonstrator</a:t>
            </a:r>
          </a:p>
        </p:txBody>
      </p:sp>
    </p:spTree>
    <p:extLst>
      <p:ext uri="{BB962C8B-B14F-4D97-AF65-F5344CB8AC3E}">
        <p14:creationId xmlns:p14="http://schemas.microsoft.com/office/powerpoint/2010/main" val="2067509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2026-07-05T09:59:22.9490000Z</dcterms:created>
  <dcterms:modified xsi:type="dcterms:W3CDTF">2026-07-05T09:59:22.9490000Z</dcterms:modified>
</coreProperties>
</file>